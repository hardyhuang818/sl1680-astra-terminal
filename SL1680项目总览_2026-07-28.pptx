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SL1680 边缘 AI 终端 · 项目总览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CAE6D4"/>
                </a:solidFill>
                <a:latin typeface="Microsoft YaHei"/>
                <a:ea typeface="Microsoft YaHei"/>
              </a:rPr>
              <a:t>2026-07-28 · v2.7 · Synaptics SL1680（Astra Dolphin RDK）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本地语音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DL7400 四屏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TD7800 触摸屏直驱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断电自愈 9/9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D2BA"/>
                </a:solidFill>
                <a:latin typeface="Microsoft YaHei"/>
                <a:ea typeface="Microsoft YaHei"/>
              </a:rPr>
              <a:t>GitHub 开源 Astra SDK + 借用 RDK/EVK + 自购外设 ｜ 全链路实测数据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1 · 项目是什么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2/11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228600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1A5C38"/>
                </a:solidFill>
                <a:latin typeface="Microsoft YaHei"/>
                <a:ea typeface="Microsoft YaHei"/>
              </a:rPr>
              <a:t>边缘 AI 人机交互终端：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2322A"/>
                </a:solidFill>
                <a:latin typeface="Microsoft YaHei"/>
                <a:ea typeface="Microsoft YaHei"/>
              </a:rPr>
              <a:t>本地语音 AI（识别/合成全在板上）＋ 双显示链路（DL7400 USB 多屏 ＋ TC358775 直驱 LVDS 触摸屏）＋ 视觉唤醒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5F7A68"/>
                </a:solidFill>
                <a:latin typeface="Microsoft YaHei"/>
                <a:ea typeface="Microsoft YaHei"/>
              </a:rPr>
              <a:t>只有对话大脑走云端（DeepSeek）；断网有本地小模型兜底；全部断电自愈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5C38"/>
                </a:solidFill>
                <a:latin typeface="Microsoft YaHei"/>
                <a:ea typeface="Microsoft YaHei"/>
              </a:rPr>
              <a:t>测试条件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43400"/>
            <a:ext cx="36118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537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</a:rPr>
              <a:t>开源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322A"/>
                </a:solidFill>
                <a:latin typeface="Microsoft YaHei"/>
                <a:ea typeface="Microsoft YaHei"/>
              </a:rPr>
              <a:t>GitHub Astra SDK（Yocto scarthgap）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343400"/>
            <a:ext cx="36118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5537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</a:rPr>
              <a:t>借用硬件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02920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322A"/>
                </a:solidFill>
                <a:latin typeface="Microsoft YaHei"/>
                <a:ea typeface="Microsoft YaHei"/>
              </a:rPr>
              <a:t>SL1680 RDK ×1 ＋ DL7400 EVK ×1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343400"/>
            <a:ext cx="36118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5537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</a:rPr>
              <a:t>自购外设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02920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322A"/>
                </a:solidFill>
                <a:latin typeface="Microsoft YaHei"/>
                <a:ea typeface="Microsoft YaHei"/>
              </a:rPr>
              <a:t>C920 / 显示器×4 / TM10.5 屏 / LAMTL / 音频套件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2 · 系统总架构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3/11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5120640"/>
          </a:xfrm>
          <a:prstGeom prst="roundRect">
            <a:avLst/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[C920 摄像头] ─USB→ NPU：人体检测 25ms/帧 → 视觉唤醒（欢迎语）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[C920 麦克风] ─USB→ CPU：silero VAD → SenseVoice ASR(int8) → 四层路由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        ① 本地音量   ② 本地设备   ③ 联网搜索（智谱＋接地）   ④ 云端 DeepSeek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        → matcha TTS → ALSA astraout → [HT517 功放＋喇叭]（I2S）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显示链 A：dl_face → GStreamer → [DL7400] ─USB3→ 最多 4 屏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            屏0＝表情脸＋中英字幕      屏1＝可语音切摄像头实况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显示链 B：weston → DSI 4-lane → [LAMTL / TC358775] ─LVDS→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            [TM10.5-TD7800 1280×720 触摸屏]（触摸 I2C＋INT 回板，~120Hz）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Microsoft YaHei"/>
                <a:ea typeface="Microsoft YaHei"/>
              </a:rPr>
              <a:t>云端：DeepSeek（对话/翻译）＋ 智谱独立搜索      断网兜底：本地 qwen2.5-0.5b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3 · 三大成果域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4/11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611880" cy="402336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361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5C38"/>
                </a:solidFill>
                <a:latin typeface="Microsoft YaHei"/>
                <a:ea typeface="Microsoft YaHei"/>
              </a:rPr>
              <a:t>A · 本地语音终端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29968"/>
            <a:ext cx="32095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Microsoft YaHei"/>
                <a:ea typeface="Microsoft YaHei"/>
              </a:rPr>
              <a:t>RTF 0.197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52928"/>
            <a:ext cx="320954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Microsoft YaHei"/>
                <a:ea typeface="Microsoft YaHei"/>
              </a:rPr>
              <a:t>全本地 ASR＋TTS；四层路由；视觉唤醒；麦克风守护 0 空转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71600"/>
            <a:ext cx="3611880" cy="402336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361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5C38"/>
                </a:solidFill>
                <a:latin typeface="Microsoft YaHei"/>
                <a:ea typeface="Microsoft YaHei"/>
              </a:rPr>
              <a:t>B · DL7400 多屏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29968"/>
            <a:ext cx="32095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Microsoft YaHei"/>
                <a:ea typeface="Microsoft YaHei"/>
              </a:rPr>
              <a:t>4 屏同亮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852928"/>
            <a:ext cx="320954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Microsoft YaHei"/>
                <a:ea typeface="Microsoft YaHei"/>
              </a:rPr>
              <a:t>并发 8.7/5.8/15.0/5.7 fps；瓶颈=DL 推流；3 个 SDK 缺陷已报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371600"/>
            <a:ext cx="3611880" cy="402336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5361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5C38"/>
                </a:solidFill>
                <a:latin typeface="Microsoft YaHei"/>
                <a:ea typeface="Microsoft YaHei"/>
              </a:rPr>
              <a:t>C · TD7800 触摸屏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029968"/>
            <a:ext cx="32095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Microsoft YaHei"/>
                <a:ea typeface="Microsoft YaHei"/>
              </a:rPr>
              <a:t>六层根因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852928"/>
            <a:ext cx="320954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Microsoft YaHei"/>
                <a:ea typeface="Microsoft YaHei"/>
              </a:rPr>
              <a:t>DSI→LVDS 直驱点亮；触摸 120Hz；SPI 调试通道；自愈 9/9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150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F7A68"/>
                </a:solidFill>
                <a:latin typeface="Microsoft YaHei"/>
                <a:ea typeface="Microsoft YaHei"/>
              </a:rPr>
              <a:t>三个域共用一套工程纪律：板子是真相 · 改完回灌 · sha256 对账 · 字节级验收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3A · 本地语音 AI 终端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5/11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968496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194560"/>
                <a:gridCol w="5669280"/>
                <a:gridCol w="3291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能力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要点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实测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全本地语音链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SenseVoice ASR(int8) + matcha TTS，不依赖 PC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ASR RTF 0.197；TTS 0.37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四层回复路由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本地指令真执行；实时题真搜索+接地；闲聊 DeepSeek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「音量20%」→ amixer [20%]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视觉唤醒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NPU 人体检测 → 欢迎语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25ms/帧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麦克风守护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卡名+采集节点双条件；USB 抖 86 秒不空转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对抗验证 0 次模型重载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双语字幕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astra_translate 守护进程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屏上中英两行对照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断电重启全恢复；每日 4:00 清理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多次复验通过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F7A68"/>
                </a:solidFill>
                <a:latin typeface="Microsoft YaHei"/>
                <a:ea typeface="Microsoft YaHei"/>
              </a:rPr>
              <a:t>模型：mobilenet(NPU) · silero VAD · SenseVoice int8 · matcha+vocos · qwen2.5-0.5b 兜底 · 云端 deepseek-chat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3B · DL7400 USB 多屏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6/11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Microsoft YaHei"/>
                <a:ea typeface="Microsoft YaHei"/>
              </a:rPr>
              <a:t>4 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Microsoft YaHei"/>
                <a:ea typeface="Microsoft YaHei"/>
              </a:rPr>
              <a:t>同时点亮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Microsoft YaHei"/>
                <a:ea typeface="Microsoft YaHei"/>
              </a:rPr>
              <a:t>2×4K + 2 高分屏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1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1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Microsoft YaHei"/>
                <a:ea typeface="Microsoft YaHei"/>
              </a:rPr>
              <a:t>8.7/5.8/15.0/5.7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1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Microsoft YaHei"/>
                <a:ea typeface="Microsoft YaHei"/>
              </a:rPr>
              <a:t>并发帧率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1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Microsoft YaHei"/>
                <a:ea typeface="Microsoft YaHei"/>
              </a:rPr>
              <a:t>USB3 总带宽恒定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Microsoft YaHei"/>
                <a:ea typeface="Microsoft YaHei"/>
              </a:rPr>
              <a:t>−20%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Microsoft YaHei"/>
                <a:ea typeface="Microsoft YaHei"/>
              </a:rPr>
              <a:t>3→4 屏 4K 帧率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Microsoft YaHei"/>
                <a:ea typeface="Microsoft YaHei"/>
              </a:rPr>
              <a:t>7.2 → 5.8 fps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Microsoft YaHei"/>
                <a:ea typeface="Microsoft YaHei"/>
              </a:rPr>
              <a:t>×3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Microsoft YaHei"/>
                <a:ea typeface="Microsoft YaHei"/>
              </a:rPr>
              <a:t>SDK 缺陷已报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Microsoft YaHei"/>
                <a:ea typeface="Microsoft YaHei"/>
              </a:rPr>
              <a:t>DisplayLink 官方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</a:rPr>
              <a:t>•  </a:t>
            </a:r>
            <a:r>
              <a:rPr sz="1500" b="0">
                <a:solidFill>
                  <a:srgbClr val="22322A"/>
                </a:solidFill>
                <a:latin typeface="Microsoft YaHei"/>
                <a:ea typeface="Microsoft YaHei"/>
              </a:rPr>
              <a:t>视频管线逐级实测：111 → 31.9（硬件缩放）→ 7.4 fps —— 瓶颈在 DL 推流，不在解码/缩放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</a:rPr>
              <a:t>•  </a:t>
            </a:r>
            <a:r>
              <a:rPr sz="1500" b="0">
                <a:solidFill>
                  <a:srgbClr val="22322A"/>
                </a:solidFill>
                <a:latin typeface="Microsoft YaHei"/>
                <a:ea typeface="Microsoft YaHei"/>
              </a:rPr>
              <a:t>三个 SDK 缺陷：热插拔回调恒失败 / EDID·模式全是缓存 / 对断开 sink 读 dpaux 会全黑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E8B57"/>
                </a:solidFill>
                <a:latin typeface="Microsoft YaHei"/>
                <a:ea typeface="Microsoft YaHei"/>
              </a:rPr>
              <a:t>•  </a:t>
            </a:r>
            <a:r>
              <a:rPr sz="1500" b="0">
                <a:solidFill>
                  <a:srgbClr val="B4540A"/>
                </a:solidFill>
                <a:latin typeface="Microsoft YaHei"/>
                <a:ea typeface="Microsoft YaHei"/>
              </a:rPr>
              <a:t>屏断电不自愈 —— 现行方案：语音「重新检测屏幕」重启 dl-face 重新枚举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3C · TD7800 触摸屏直驱：六层根因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7/11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712463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640080"/>
                <a:gridCol w="5394960"/>
                <a:gridCol w="5120640"/>
              </a:tblGrid>
              <a:tr h="5303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根因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修复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base 设备树是树莓派屏残留配置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dsi_panel 整体替换为 TM10.5 时序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TC358775 上电三态，无人初始化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29 条 DSI 通用长写序列烤入 DTB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面板 RESX 悬空 → 整颗 TDDI 复位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硬件拉高 3.3V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U-Boot 把 SPI 数据脚占成 UART2 流控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dts pinmux 夺回（顺带得 SPI 调试通道）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DSI→LVDS 零带宽余量 → 全屏活雪花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Byte_clk 65300 + PCLKDIV=4（+33% 余量）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7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触摸 INT 的 GPIO bank 归属不明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实验法定位 porta10（ATTN 排空法）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4406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A5C38"/>
                </a:solidFill>
                <a:latin typeface="Microsoft YaHei"/>
                <a:ea typeface="Microsoft YaHei"/>
              </a:rPr>
              <a:t>核心公式：</a:t>
            </a:r>
            <a:r>
              <a:rPr sz="1400" b="0">
                <a:solidFill>
                  <a:srgbClr val="22322A"/>
                </a:solidFill>
                <a:latin typeface="Microsoft YaHei"/>
                <a:ea typeface="Microsoft YaHei"/>
              </a:rPr>
              <a:t>LVDS 像素钟 = DSI 时钟线频率 ÷ PCLKDIV；DSI 必须留带宽余量（厂商例 4.4%，本项目 33%）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A5C38"/>
                </a:solidFill>
                <a:latin typeface="Microsoft YaHei"/>
                <a:ea typeface="Microsoft YaHei"/>
              </a:rPr>
              <a:t>配套：</a:t>
            </a:r>
            <a:r>
              <a:rPr sz="1400" b="0">
                <a:solidFill>
                  <a:srgbClr val="22322A"/>
                </a:solidFill>
                <a:latin typeface="Microsoft YaHei"/>
                <a:ea typeface="Microsoft YaHei"/>
              </a:rPr>
              <a:t>SPI 工具（读 ID / BIST / 读 NVM）· 触摸 120Hz 多点 · 180° 翻转＋校准 · 断电自愈 9/9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4 · 关键知识沉淀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8/11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5532120" cy="484632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1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DSI→LVDS 桥必须留带宽余量（零余量＝活雪花）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2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TDDI 复位一律硬件拉高（悬空全哑）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3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1.8V 域脚喂 3.3V 会 ESD 倒灌抬轨（实测 2.38V）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4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EDID preferred_mode 不可盲信（160Hz 陷阱）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5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ALSA 非 48k 采样率会内核崩溃（astraout 必需）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532120" cy="484632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6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智谱 chat 的 web_search 是假的（要独立 API＋接地）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7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Yocto：FetchContent 硬关／.so 打包／:pn- 作用域／验收要到 debugfs 级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8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板子是真相：回灌＋sha256 对账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Microsoft YaHei"/>
                <a:ea typeface="Microsoft YaHei"/>
              </a:rPr>
              <a:t>9  </a:t>
            </a:r>
            <a:r>
              <a:rPr sz="1450" b="0">
                <a:solidFill>
                  <a:srgbClr val="22322A"/>
                </a:solidFill>
                <a:latin typeface="Microsoft YaHei"/>
                <a:ea typeface="Microsoft YaHei"/>
              </a:rPr>
              <a:t>远程三律：脚本文件／busybox 缺项／防 BOM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5 · 资产与当前状态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9/11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A5C38"/>
                </a:solidFill>
                <a:latin typeface="Microsoft YaHei"/>
                <a:ea typeface="Microsoft YaHei"/>
              </a:rPr>
              <a:t>软件/硬件资产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5532119" cy="2852928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011680"/>
                <a:gridCol w="352043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资产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meta-dlsdk v2.7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全部 recipe＋TD7800 内核补丁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完整镜像 2.5GB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烧完即用（模型另灌 2GB）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三代 boot 包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烧录/回退脚本齐备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调试代码备份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79 文件＋SHA256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五套备份体系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boot 双槽/模型/代码/配置/文档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1097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A5C38"/>
                </a:solidFill>
                <a:latin typeface="Microsoft YaHei"/>
                <a:ea typeface="Microsoft YaHei"/>
              </a:rPr>
              <a:t>板端运行状态（实测）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554480"/>
          <a:ext cx="5394960" cy="2852928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651760"/>
                <a:gridCol w="27432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项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语音/翻译/界面/视觉唤醒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开机自启运行中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DL7400 多屏 + TM10.5 桌面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双显示链同时工作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触摸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0x2C 接管·porta10·已校准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断电自愈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9/9 项自检通过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时区/翻转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CST · 180° 固化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F7A68"/>
                </a:solidFill>
                <a:latin typeface="Microsoft YaHei"/>
                <a:ea typeface="Microsoft YaHei"/>
              </a:rPr>
              <a:t>文档导航：本总览 §9 收编全部 20+ 份专题文档（中英双版），从顶层一路索引到源代码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Microsoft YaHei"/>
                <a:ea typeface="Microsoft YaHei"/>
              </a:rPr>
              <a:t>6 · 已知未解决（诚实清单）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Microsoft YaHei"/>
                <a:ea typeface="Microsoft YaHei"/>
              </a:rPr>
              <a:t>10/11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621024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640080"/>
                <a:gridCol w="8229600"/>
                <a:gridCol w="228600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问题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5C38"/>
                          </a:solidFill>
                          <a:latin typeface="Microsoft YaHei"/>
                          <a:ea typeface="Microsoft YaHei"/>
                        </a:rPr>
                        <a:t>优先级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KWS 唤醒词未接入——误触发烧云端 API；素材全在只差软件集成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★ 最高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AEC 回声消除缺失（现靠播报时丢采集帧）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高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DL7400 屏断电不自愈（SDK 缺陷×3，已报 DisplayLink）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中·等厂商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板载麦 ZTS6672 驱动问题（需 FAE）／TTS GPLv3 授权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中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新镜像未真板实烧验证；LVDS 线双绞化；三件套进 Yocto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Microsoft YaHei"/>
                          <a:ea typeface="Microsoft YaHei"/>
                        </a:rPr>
                        <a:t>中～低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B4540A"/>
                </a:solidFill>
                <a:latin typeface="Microsoft YaHei"/>
                <a:ea typeface="Microsoft YaHei"/>
              </a:rPr>
              <a:t>为什么 KWS 排第一：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2322A"/>
                </a:solidFill>
                <a:latin typeface="Microsoft YaHei"/>
                <a:ea typeface="Microsoft YaHei"/>
              </a:rPr>
              <a:t>既治误触发（省 API 成本），又解锁「语音暂停/唤醒」交互闭环——素材与二进制全在板上，只差一步集成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7 · 下一步路线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15600" cy="1261872"/>
          </a:xfrm>
          <a:prstGeom prst="roundRect">
            <a:avLst/>
          </a:prstGeom>
          <a:solidFill>
            <a:srgbClr val="246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46504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①  KWS 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21992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E6D4"/>
                </a:solidFill>
                <a:latin typeface="Microsoft YaHei"/>
                <a:ea typeface="Microsoft YaHei"/>
              </a:rPr>
              <a:t>治误触发＋解锁语音暂停；素材全在，半天～一天工作量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81528"/>
            <a:ext cx="10515600" cy="1261872"/>
          </a:xfrm>
          <a:prstGeom prst="roundRect">
            <a:avLst/>
          </a:prstGeom>
          <a:solidFill>
            <a:srgbClr val="246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2783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②  交付级镜像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E6D4"/>
                </a:solidFill>
                <a:latin typeface="Microsoft YaHei"/>
                <a:ea typeface="Microsoft YaHei"/>
              </a:rPr>
              <a:t>真板实烧验证＋rootfs 三件套进 Yocto——同事一次烧录得到全部功能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62856"/>
            <a:ext cx="10515600" cy="1261872"/>
          </a:xfrm>
          <a:prstGeom prst="roundRect">
            <a:avLst/>
          </a:prstGeom>
          <a:solidFill>
            <a:srgbClr val="246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7091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③  机器人方向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184648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E6D4"/>
                </a:solidFill>
                <a:latin typeface="Microsoft YaHei"/>
                <a:ea typeface="Microsoft YaHei"/>
              </a:rPr>
              <a:t>SL1680 躯干算力＋TM10.5 脸＋DL7400 遥操作台＋手指执行器（调研已备）——对齐 Synaptics「高速接口×机器人」官方叙事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A9D2BA"/>
                </a:solidFill>
                <a:latin typeface="Microsoft YaHei"/>
                <a:ea typeface="Microsoft YaHei"/>
              </a:rPr>
              <a:t>SL1680 项目总览 v2.7 · 2026-07-28 · 全套文档（MD/HTML/PDF/PPTX × 中英）见项目目录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